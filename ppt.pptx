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72" y="3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2e1b497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2e1b497d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2e1b497db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2e1b497db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2e1b497d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2e1b497db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2e1b497d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2e1b497d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2e1b497d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2e1b497d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2e1b497d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2e1b497d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2e1b497db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2e1b497db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2e1b497db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2e1b497db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2e1b497db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2e1b497db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2e1b497db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2e1b497db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2e1b497db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2e1b497db_2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A3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50" y="125575"/>
            <a:ext cx="8597775" cy="13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550" y="2875875"/>
            <a:ext cx="4069100" cy="212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 title="스크린샷 2026-05-18 오후 6.53.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0751" y="2875875"/>
            <a:ext cx="4650826" cy="2123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550" y="1628350"/>
            <a:ext cx="8597774" cy="10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스크린샷 2026-05-18 오후 7.33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8385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4984" y="4865849"/>
            <a:ext cx="1428750" cy="2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264" y="0"/>
            <a:ext cx="342525" cy="6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6" name="Google Shape;76;p16" title="스크린샷 2026-05-18 오후 7.48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4984" y="4865849"/>
            <a:ext cx="1428750" cy="2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264" y="0"/>
            <a:ext cx="342525" cy="6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스크린샷 2026-05-18 오후 7.08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05" y="0"/>
            <a:ext cx="452998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 title="스크린샷 2026-05-18 오후 7.09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9925" y="0"/>
            <a:ext cx="335384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스크린샷 2026-05-18 오후 7.10.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2151" y="0"/>
            <a:ext cx="379184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스크린샷 2026-05-18 오후 7.13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6061526" cy="20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 title="스크린샷 2026-05-18 오후 7.14.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75000"/>
            <a:ext cx="4263779" cy="306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스크린샷 2026-05-18 오후 7.15.0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0574" y="0"/>
            <a:ext cx="4343425" cy="6676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스크린샷 2026-05-18 오후 7.15.07.png"/>
          <p:cNvPicPr preferRelativeResize="0"/>
          <p:nvPr/>
        </p:nvPicPr>
        <p:blipFill rotWithShape="1">
          <a:blip r:embed="rId5">
            <a:alphaModFix/>
          </a:blip>
          <a:srcRect t="79770"/>
          <a:stretch/>
        </p:blipFill>
        <p:spPr>
          <a:xfrm>
            <a:off x="4800575" y="3792772"/>
            <a:ext cx="4343425" cy="135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 title="스크린샷 2026-05-18 오후 7.45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2625" y="651563"/>
            <a:ext cx="14287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4984" y="4865849"/>
            <a:ext cx="1428750" cy="2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264" y="0"/>
            <a:ext cx="342525" cy="6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A3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 title="스크린샷 2026-05-18 오후 8.32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73" y="482823"/>
            <a:ext cx="3090625" cy="8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 title="스크린샷 2026-05-18 오후 8.33.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875" y="1201525"/>
            <a:ext cx="2278224" cy="3622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9925" y="677675"/>
            <a:ext cx="5114675" cy="402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 title="스크린샷 2026-05-18 오후 8.16.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602"/>
            <a:ext cx="9144003" cy="5112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264" y="0"/>
            <a:ext cx="342525" cy="6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 title="스크린샷 2026-05-18 오후 8.37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4837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 title="스크린샷 2026-05-18 오후 8.00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8945" y="11162"/>
            <a:ext cx="9144003" cy="5121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4984" y="4865849"/>
            <a:ext cx="1428750" cy="2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 title="스크린샷 2026-05-18 오후 8.16.5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200" y="238300"/>
            <a:ext cx="5524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264" y="0"/>
            <a:ext cx="342525" cy="6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 title="스크린샷 2026-05-18 오후 8.04.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4984" y="4865849"/>
            <a:ext cx="1428750" cy="2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 title="스크린샷 2026-05-18 오후 8.16.5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925" y="238275"/>
            <a:ext cx="5524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화면 슬라이드 쇼(16:9)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민상 김</cp:lastModifiedBy>
  <cp:revision>1</cp:revision>
  <dcterms:modified xsi:type="dcterms:W3CDTF">2026-05-27T15:06:18Z</dcterms:modified>
</cp:coreProperties>
</file>